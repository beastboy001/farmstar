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_Users_____AppData_Roaming_Cursor_User_workspaceStorage_f7a24fce5c9e804050c2f7147cbb2317_images_9ca57ba98128822e883bab30d6af3d0d-aed0ae3b-6688-48f5-a2e1-f82e5b33b0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558051"/>
            <a:ext cx="6583680" cy="3741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F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" cy="164592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57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田园之星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572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>
                <a:solidFill>
                  <a:srgbClr val="C48A2E"/>
                </a:solidFill>
                <a:latin typeface="微软雅黑" panose="020B0503020204020204" charset="-122"/>
                <a:ea typeface="微软雅黑" panose="020B0503020204020204" charset="-122"/>
              </a:rPr>
              <a:t>CountryStar</a:t>
            </a:r>
            <a:endParaRPr lang="en-US" sz="1600" b="0">
              <a:solidFill>
                <a:srgbClr val="C48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5CC"/>
                </a:solidFill>
                <a:latin typeface="微软雅黑" panose="020B0503020204020204" charset="-122"/>
                <a:ea typeface="微软雅黑" panose="020B0503020204020204" charset="-122"/>
              </a:rPr>
              <a:t>3D 农场模拟经营 · Unity 独立项目</a:t>
            </a:r>
            <a:endParaRPr sz="1600" b="0">
              <a:solidFill>
                <a:srgbClr val="C8D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A0"/>
                </a:solidFill>
                <a:latin typeface="微软雅黑" panose="020B0503020204020204" charset="-122"/>
                <a:ea typeface="微软雅黑" panose="020B0503020204020204" charset="-122"/>
              </a:rPr>
              <a:t>项目展示 / 作品集</a:t>
            </a:r>
            <a:endParaRPr sz="1400" b="0">
              <a:solidFill>
                <a:srgbClr val="9AB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080"/>
                </a:solidFill>
                <a:latin typeface="微软雅黑" panose="020B0503020204020204" charset="-122"/>
                <a:ea typeface="微软雅黑" panose="020B0503020204020204" charset="-122"/>
              </a:rPr>
              <a:t>Unity · C# · URP · 数据驱动</a:t>
            </a:r>
            <a:endParaRPr sz="1200" b="0">
              <a:solidFill>
                <a:srgbClr val="7A9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202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项目概述</a:t>
            </a:r>
            <a:endParaRPr sz="20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定位、玩法与技术栈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59" y="137160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59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核心玩法</a:t>
            </a:r>
            <a:endParaRPr sz="20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59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农场经营与完整循环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系统模块</a:t>
            </a:r>
            <a:endParaRPr sz="20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任务 / 对话 / 背包 / 存档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59" y="283464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063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59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sz="20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59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分层设计与实现要点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29768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202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画面与表现</a:t>
            </a:r>
            <a:endParaRPr sz="20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UI、昼夜与叙事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09359" y="429768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0959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20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59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收获与后续方向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2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01  项目概述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一款具备完整经营闭环的 3D 农场模拟游戏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669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【项目定位】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Unity 3D 农场模拟经营独立项目，参考星露谷式核心循环，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以低多边形画风呈现田园经营体验。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【核心体验】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开垦土地、种植收获、清除杂物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NPC 对话与主线任务推进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背包商店与金币经济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多槽位存档与角色创建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游戏时间与昼夜环境变化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【技术栈】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Unity URP  ·  C#  ·  Cinemachine  ·  ScriptableObject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JSON 本地存档  ·  UGUI  ·  TOD 昼夜系统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c__Users_____AppData_Roaming_Cursor_User_workspaceStorage_f7a24fce5c9e804050c2f7147cbb2317_images_14206bb572c0d070150c9715d73e2fff-9d665319-e214-4db9-bd26-197446f0a8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50447"/>
            <a:ext cx="5303520" cy="30143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3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02  核心玩法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从清障开垦到种植收获的完整农场循环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743200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地块经营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杂物清除 → 翻土 → 播种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生长计时 → 成熟采摘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37560" y="114300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43000"/>
            <a:ext cx="2743200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25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工具系统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锄 / 斧 / 镐等工具切换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对应不同交互目标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2743200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25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时间系统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日 / 季 / 年流逝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驱动作物与昼夜表现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114300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143000"/>
            <a:ext cx="2743200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325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经济循环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72600" y="1783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收获售卖 → 金币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购买种子与物资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Picture 21" descr="c__Users_____AppData_Roaming_Cursor_User_workspaceStorage_f7a24fce5c9e804050c2f7147cbb2317_images_434c02008552d7cfd845f8d360e49cb2-8045364d-4c37-45bb-969b-45f73cb9d74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38" y="3383280"/>
            <a:ext cx="4826523" cy="2743199"/>
          </a:xfrm>
          <a:prstGeom prst="rect">
            <a:avLst/>
          </a:prstGeom>
        </p:spPr>
      </p:pic>
      <p:pic>
        <p:nvPicPr>
          <p:cNvPr id="23" name="Picture 22" descr="c__Users_____AppData_Roaming_Cursor_User_workspaceStorage_f7a24fce5c9e804050c2f7147cbb2317_images_7648c8333e07f99fad7c5a2320df87e2-06cdc91a-f73a-4e82-baf5-0c3d9df21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858" y="3383280"/>
            <a:ext cx="4826523" cy="27431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4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03  任务与 NPC 对话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数据驱动任务 + 对话树联动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【任务系统】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ScriptableObject 配置目标与奖励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支持接取 / 进行中 / 完成 / 领奖状态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种植、收获、清障、对话等目标类型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HUD 任务指南实时展示进度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【NPC 对话】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靠近提示 + 按键交互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对话树分支选项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按任务状态切换对话入口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· 与主线（拜访村长等）深度绑定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【设计价值】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内容与逻辑解耦，便于扩展新任务与 NPC。</a:t>
            </a:r>
            <a:endParaRPr sz="14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c__Users_____AppData_Roaming_Cursor_User_workspaceStorage_f7a24fce5c9e804050c2f7147cbb2317_images_1ccd97616d8bda87cb4c0cb8417267e1-fa145887-22f9-4eb3-9c97-08e0d76773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1026" y="1143000"/>
            <a:ext cx="4182987" cy="2377440"/>
          </a:xfrm>
          <a:prstGeom prst="rect">
            <a:avLst/>
          </a:prstGeom>
        </p:spPr>
      </p:pic>
      <p:pic>
        <p:nvPicPr>
          <p:cNvPr id="9" name="Picture 8" descr="c__Users_____AppData_Roaming_Cursor_User_workspaceStorage_f7a24fce5c9e804050c2f7147cbb2317_images_c9611a3d0d8cfe9c08b37e9da1f50239-601a1953-7c51-477e-9cf7-b163314d02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363" y="3657600"/>
            <a:ext cx="4424313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5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04  背包 · 商店 · 存档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经济系统与数据持久化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c__Users_____AppData_Roaming_Cursor_User_workspaceStorage_f7a24fce5c9e804050c2f7147cbb2317_images_ee3a1d9bbee79cef8f2fa1f341270bcf-2fda145a-65b8-4b68-b38c-6b464d4a0cb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86651"/>
            <a:ext cx="6583680" cy="3741896"/>
          </a:xfrm>
          <a:prstGeom prst="rect">
            <a:avLst/>
          </a:prstGeom>
        </p:spPr>
      </p:pic>
      <p:pic>
        <p:nvPicPr>
          <p:cNvPr id="7" name="Picture 6" descr="c__Users_____AppData_Roaming_Cursor_User_workspaceStorage_f7a24fce5c9e804050c2f7147cbb2317_images_ca67ca0b817dcdda79d3a3112a6da189-20645857-a6be-4771-aeca-c7232bff0c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46" y="1097280"/>
            <a:ext cx="4182987" cy="2377440"/>
          </a:xfrm>
          <a:prstGeom prst="rect">
            <a:avLst/>
          </a:prstGeom>
        </p:spPr>
      </p:pic>
      <p:pic>
        <p:nvPicPr>
          <p:cNvPr id="8" name="Picture 7" descr="c__Users_____AppData_Roaming_Cursor_User_workspaceStorage_f7a24fce5c9e804050c2f7147cbb2317_images_e2e2095d54dd82c079a4dda330445cd2-0712286e-8cbf-4c29-9317-06a784d67f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662" y="3657600"/>
            <a:ext cx="4504755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1430000" cy="18288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6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多槽位存档 · 角色创建（昵称 / 农场名 / 性别） · 背包分类与商店交易 · JSON 本地持久化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05  技术架构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分层架构 · 数据驱动 · 模块解耦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37160" cy="914400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表现层</a:t>
            </a:r>
            <a:endParaRPr sz="20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0" y="14904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UI 面板 / 角色控制 / 场景交互 / 昼夜表现</a:t>
            </a:r>
            <a:endParaRPr sz="16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37160" cy="91440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业务层</a:t>
            </a:r>
            <a:endParaRPr sz="20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25420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农场 · 背包 · 商店 · 任务 · NPC 对话</a:t>
            </a:r>
            <a:endParaRPr sz="16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137160" cy="914400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20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74720" y="35935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ScriptableObject 配置 · GameData · JSON 存档</a:t>
            </a:r>
            <a:endParaRPr sz="16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137160" cy="91440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框架层</a:t>
            </a:r>
            <a:endParaRPr sz="20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Architecture · IOC · Event · 资源加载缓存</a:t>
            </a:r>
            <a:endParaRPr sz="1600" b="0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7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06  实现要点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关键技术点与设计取舍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状态机驱动地块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地块以 Obstacle / Empty / Plowed / Planted 状态流转，交互逻辑内聚，便于扩展作物与工具类型。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真实时间生长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作物以剩余时间计时并写入存档，支持离线生长与读档精确恢复。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任务进度解耦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玩法侧统一上报进度，任务管理器自动匹配进行中目标，降低模块耦合。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对话与任务联动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同一 NPC 按任务状态选择对话入口，避免为每个任务硬编码分支脚本。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UI 面板管理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统一 Panel 生命周期与资源缓存加载，保证登录—选档—进游戏流程稳定。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4297680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7A4A"/>
                </a:solidFill>
                <a:latin typeface="微软雅黑" panose="020B0503020204020204" charset="-122"/>
                <a:ea typeface="微软雅黑" panose="020B0503020204020204" charset="-122"/>
              </a:rPr>
              <a:t>时间驱动环境</a:t>
            </a:r>
            <a:endParaRPr sz="1600" b="1">
              <a:solidFill>
                <a:srgbClr val="3D7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游戏内时钟同步昼夜光照与天空表现，强化田园氛围沉浸感。</a:t>
            </a:r>
            <a:endParaRPr sz="12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8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07  画面与叙事表现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低多边形场景 · 昼夜氛围 · 漫画过场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c__Users_____AppData_Roaming_Cursor_User_workspaceStorage_f7a24fce5c9e804050c2f7147cbb2317_images_f9384328a3c704fd00cb3ccfe865ad3a-7323c7f5-45d6-4028-8f9d-bc1547c54c5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6053"/>
            <a:ext cx="3840480" cy="2182772"/>
          </a:xfrm>
          <a:prstGeom prst="rect">
            <a:avLst/>
          </a:prstGeom>
        </p:spPr>
      </p:pic>
      <p:pic>
        <p:nvPicPr>
          <p:cNvPr id="7" name="Picture 6" descr="c__Users_____AppData_Roaming_Cursor_User_workspaceStorage_f7a24fce5c9e804050c2f7147cbb2317_images_500faed4569f33fe106bd9738fa3019d-26bcf681-1cf8-44fc-89aa-f1da14d787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6053"/>
            <a:ext cx="3840480" cy="2182772"/>
          </a:xfrm>
          <a:prstGeom prst="rect">
            <a:avLst/>
          </a:prstGeom>
        </p:spPr>
      </p:pic>
      <p:pic>
        <p:nvPicPr>
          <p:cNvPr id="8" name="Picture 7" descr="c__Users_____AppData_Roaming_Cursor_User_workspaceStorage_f7a24fce5c9e804050c2f7147cbb2317_images_f3e05cdb3717d70264ab195c790f1266-55fc148c-8252-4671-9d0b-b71dca37ce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64009"/>
            <a:ext cx="3566160" cy="2026860"/>
          </a:xfrm>
          <a:prstGeom prst="rect">
            <a:avLst/>
          </a:prstGeom>
        </p:spPr>
      </p:pic>
      <p:pic>
        <p:nvPicPr>
          <p:cNvPr id="9" name="Picture 8" descr="c__Users_____AppData_Roaming_Cursor_User_workspaceStorage_f7a24fce5c9e804050c2f7147cbb2317_images_88e9efca0b8dffb23982f53cfa65c63f-7cd7b1ce-07e7-4531-8154-3392bd735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348" y="3840480"/>
            <a:ext cx="4022103" cy="2286000"/>
          </a:xfrm>
          <a:prstGeom prst="rect">
            <a:avLst/>
          </a:prstGeom>
        </p:spPr>
      </p:pic>
      <p:pic>
        <p:nvPicPr>
          <p:cNvPr id="10" name="Picture 9" descr="c__Users_____AppData_Roaming_Cursor_User_workspaceStorage_f7a24fce5c9e804050c2f7147cbb2317_images_7643bb58eb603dd7b33909b3c8fb97e9-cc011567-4072-4a30-8869-fa3c48b0fe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788" y="3840480"/>
            <a:ext cx="4022103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9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08  功能总览</a:t>
            </a:r>
            <a:endParaRPr sz="2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已落地模块一览</a:t>
            </a:r>
            <a:endParaRPr sz="14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9144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农场玩法</a:t>
            </a:r>
            <a:endParaRPr sz="1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地块交互 / 种植生长 / 工具作业 / 收获反馈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9144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背包商店</a:t>
            </a:r>
            <a:endParaRPr sz="1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物品管理 / 买卖交易 / 金币经济 / UI 同步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657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9144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任务系统</a:t>
            </a:r>
            <a:endParaRPr sz="1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多目标配置 / 进度推进 / 奖励发放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3657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3657600" cy="9144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NPC 对话</a:t>
            </a:r>
            <a:endParaRPr sz="1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交互提示 / 对话树 / 任务状态分支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97680" y="3566160"/>
            <a:ext cx="3657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566160"/>
            <a:ext cx="3657600" cy="9144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存档系统</a:t>
            </a:r>
            <a:endParaRPr sz="1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80" y="4434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四槽位读写 / 角色创建 / 核心数据持久化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38160" y="3566160"/>
            <a:ext cx="3657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566160"/>
            <a:ext cx="3657600" cy="9144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E24"/>
                </a:solidFill>
                <a:latin typeface="微软雅黑" panose="020B0503020204020204" charset="-122"/>
                <a:ea typeface="微软雅黑" panose="020B0503020204020204" charset="-122"/>
              </a:rPr>
              <a:t>UI 与环境</a:t>
            </a:r>
            <a:endParaRPr sz="1800" b="1">
              <a:solidFill>
                <a:srgbClr val="1F2E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66760" y="4434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主界面 HUD / 小地图 / 时间昼夜表现</a:t>
            </a:r>
            <a:endParaRPr sz="13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10 / 11</a:t>
            </a:r>
            <a:endParaRPr sz="11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5E"/>
                </a:solidFill>
                <a:latin typeface="微软雅黑" panose="020B0503020204020204" charset="-122"/>
                <a:ea typeface="微软雅黑" panose="020B0503020204020204" charset="-122"/>
              </a:rPr>
              <a:t>田园之星之歌  ·  Unity 项目展示</a:t>
            </a:r>
            <a:endParaRPr sz="1000" b="0">
              <a:solidFill>
                <a:srgbClr val="5A6B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09728" cy="2011680"/>
          </a:xfrm>
          <a:prstGeom prst="rect">
            <a:avLst/>
          </a:prstGeom>
          <a:solidFill>
            <a:srgbClr val="C4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5CC"/>
                </a:solidFill>
                <a:latin typeface="微软雅黑" panose="020B0503020204020204" charset="-122"/>
                <a:ea typeface="微软雅黑" panose="020B0503020204020204" charset="-122"/>
              </a:rPr>
              <a:t>本项目完整打通「登录选档 → 角色创建 → 农场经营 → 任务推进 → 存档恢复」链路，</a:t>
            </a:r>
            <a:endParaRPr sz="1600" b="0">
              <a:solidFill>
                <a:srgbClr val="C8D5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5CC"/>
                </a:solidFill>
                <a:latin typeface="微软雅黑" panose="020B0503020204020204" charset="-122"/>
                <a:ea typeface="微软雅黑" panose="020B0503020204020204" charset="-122"/>
              </a:rPr>
              <a:t>重点锻炼了 Unity 客户端系统拆分、数据驱动内容扩展与模块解耦能力。</a:t>
            </a:r>
            <a:endParaRPr sz="1600" b="0">
              <a:solidFill>
                <a:srgbClr val="C8D5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5CC"/>
                </a:solidFill>
                <a:latin typeface="微软雅黑" panose="020B0503020204020204" charset="-122"/>
                <a:ea typeface="微软雅黑" panose="020B0503020204020204" charset="-122"/>
              </a:rPr>
              <a:t>后续可扩展方向：动物养殖与建筑、更丰富的季节玩法、热更新内容层实践等。</a:t>
            </a:r>
            <a:endParaRPr sz="1600" b="0">
              <a:solidFill>
                <a:srgbClr val="C8D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8A2E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sz="2800" b="1">
              <a:solidFill>
                <a:srgbClr val="C48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080"/>
                </a:solidFill>
                <a:latin typeface="微软雅黑" panose="020B0503020204020204" charset="-122"/>
                <a:ea typeface="微软雅黑" panose="020B0503020204020204" charset="-122"/>
              </a:rPr>
              <a:t>田园之星 ·  Unity 独立项目展示</a:t>
            </a:r>
            <a:endParaRPr sz="1400" b="0">
              <a:solidFill>
                <a:srgbClr val="7A9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1867</Words>
  <Application>WPS 演示</Application>
  <PresentationFormat>On-screen Show (4:3)</PresentationFormat>
  <Paragraphs>245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翔.</cp:lastModifiedBy>
  <cp:revision>2</cp:revision>
  <dcterms:created xsi:type="dcterms:W3CDTF">2013-01-27T09:14:00Z</dcterms:created>
  <dcterms:modified xsi:type="dcterms:W3CDTF">2026-10-13T09:23:03Z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CA70FA6E1714446DA8A9F99AB5A7DD61_12</vt:lpwstr>
  </property>
  <property fmtid="{D5CDD505-2E9C-101B-9397-08002B2CF9AE}" pid="3" name="KSOProductBuildVer">
    <vt:lpwstr>2052-12.1.0.28505</vt:lpwstr>
  </property>
</Properties>
</file>